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94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wat, Dhuruv (Cognizant)" userId="5a0e579c-2fff-4ee1-ac1b-3339bc8dbd34" providerId="ADAL" clId="{89BEB54A-463F-4922-8F71-E15F11BB9F22}"/>
    <pc:docChg chg="undo custSel modSld">
      <pc:chgData name="Rawat, Dhuruv (Cognizant)" userId="5a0e579c-2fff-4ee1-ac1b-3339bc8dbd34" providerId="ADAL" clId="{89BEB54A-463F-4922-8F71-E15F11BB9F22}" dt="2025-05-22T08:53:24.998" v="2811" actId="14100"/>
      <pc:docMkLst>
        <pc:docMk/>
      </pc:docMkLst>
      <pc:sldChg chg="addSp delSp modSp mod">
        <pc:chgData name="Rawat, Dhuruv (Cognizant)" userId="5a0e579c-2fff-4ee1-ac1b-3339bc8dbd34" providerId="ADAL" clId="{89BEB54A-463F-4922-8F71-E15F11BB9F22}" dt="2025-05-22T08:53:24.998" v="2811" actId="14100"/>
        <pc:sldMkLst>
          <pc:docMk/>
          <pc:sldMk cId="5130213" sldId="2147479466"/>
        </pc:sldMkLst>
        <pc:spChg chg="mod">
          <ac:chgData name="Rawat, Dhuruv (Cognizant)" userId="5a0e579c-2fff-4ee1-ac1b-3339bc8dbd34" providerId="ADAL" clId="{89BEB54A-463F-4922-8F71-E15F11BB9F22}" dt="2025-05-22T08:53:24.998" v="2811" actId="14100"/>
          <ac:spMkLst>
            <pc:docMk/>
            <pc:sldMk cId="5130213" sldId="2147479466"/>
            <ac:spMk id="6" creationId="{953E0BB7-63C3-16B1-CB33-C9B8B8E455BC}"/>
          </ac:spMkLst>
        </pc:spChg>
        <pc:spChg chg="mod">
          <ac:chgData name="Rawat, Dhuruv (Cognizant)" userId="5a0e579c-2fff-4ee1-ac1b-3339bc8dbd34" providerId="ADAL" clId="{89BEB54A-463F-4922-8F71-E15F11BB9F22}" dt="2025-05-22T08:48:44.415" v="2804" actId="255"/>
          <ac:spMkLst>
            <pc:docMk/>
            <pc:sldMk cId="5130213" sldId="2147479466"/>
            <ac:spMk id="7" creationId="{E6E46F2F-55EA-59F3-808F-80767F4091D5}"/>
          </ac:spMkLst>
        </pc:spChg>
        <pc:spChg chg="mod">
          <ac:chgData name="Rawat, Dhuruv (Cognizant)" userId="5a0e579c-2fff-4ee1-ac1b-3339bc8dbd34" providerId="ADAL" clId="{89BEB54A-463F-4922-8F71-E15F11BB9F22}" dt="2025-05-22T08:48:54.872" v="2805" actId="255"/>
          <ac:spMkLst>
            <pc:docMk/>
            <pc:sldMk cId="5130213" sldId="2147479466"/>
            <ac:spMk id="8" creationId="{AE8D524C-F54B-9D6B-3C54-F6E40C06227D}"/>
          </ac:spMkLst>
        </pc:spChg>
        <pc:spChg chg="mod">
          <ac:chgData name="Rawat, Dhuruv (Cognizant)" userId="5a0e579c-2fff-4ee1-ac1b-3339bc8dbd34" providerId="ADAL" clId="{89BEB54A-463F-4922-8F71-E15F11BB9F22}" dt="2025-05-22T08:49:07.283" v="2806" actId="14100"/>
          <ac:spMkLst>
            <pc:docMk/>
            <pc:sldMk cId="5130213" sldId="2147479466"/>
            <ac:spMk id="9" creationId="{8E051DDD-8EFF-66BB-935C-37404C7957F4}"/>
          </ac:spMkLst>
        </pc:spChg>
        <pc:spChg chg="mod">
          <ac:chgData name="Rawat, Dhuruv (Cognizant)" userId="5a0e579c-2fff-4ee1-ac1b-3339bc8dbd34" providerId="ADAL" clId="{89BEB54A-463F-4922-8F71-E15F11BB9F22}" dt="2025-05-22T08:47:55.626" v="2798" actId="14100"/>
          <ac:spMkLst>
            <pc:docMk/>
            <pc:sldMk cId="5130213" sldId="2147479466"/>
            <ac:spMk id="10" creationId="{11B271D1-8214-B02F-8EF3-62F0C19DD093}"/>
          </ac:spMkLst>
        </pc:spChg>
        <pc:spChg chg="mod">
          <ac:chgData name="Rawat, Dhuruv (Cognizant)" userId="5a0e579c-2fff-4ee1-ac1b-3339bc8dbd34" providerId="ADAL" clId="{89BEB54A-463F-4922-8F71-E15F11BB9F22}" dt="2025-05-22T08:23:10.923" v="1598" actId="20577"/>
          <ac:spMkLst>
            <pc:docMk/>
            <pc:sldMk cId="5130213" sldId="2147479466"/>
            <ac:spMk id="12" creationId="{022070A9-73E5-2BDE-81AB-B9EF4F766BAE}"/>
          </ac:spMkLst>
        </pc:spChg>
        <pc:spChg chg="mod">
          <ac:chgData name="Rawat, Dhuruv (Cognizant)" userId="5a0e579c-2fff-4ee1-ac1b-3339bc8dbd34" providerId="ADAL" clId="{89BEB54A-463F-4922-8F71-E15F11BB9F22}" dt="2025-05-22T08:22:59.609" v="1584" actId="20577"/>
          <ac:spMkLst>
            <pc:docMk/>
            <pc:sldMk cId="5130213" sldId="2147479466"/>
            <ac:spMk id="13" creationId="{763CB0E7-97C0-E494-4932-BE6AB0FF76D8}"/>
          </ac:spMkLst>
        </pc:spChg>
        <pc:spChg chg="mod">
          <ac:chgData name="Rawat, Dhuruv (Cognizant)" userId="5a0e579c-2fff-4ee1-ac1b-3339bc8dbd34" providerId="ADAL" clId="{89BEB54A-463F-4922-8F71-E15F11BB9F22}" dt="2025-05-22T08:20:09.480" v="1461" actId="20577"/>
          <ac:spMkLst>
            <pc:docMk/>
            <pc:sldMk cId="5130213" sldId="2147479466"/>
            <ac:spMk id="14" creationId="{2F4A1646-F0FE-01A6-8B17-D21E4F6C2901}"/>
          </ac:spMkLst>
        </pc:spChg>
        <pc:spChg chg="add del mod">
          <ac:chgData name="Rawat, Dhuruv (Cognizant)" userId="5a0e579c-2fff-4ee1-ac1b-3339bc8dbd34" providerId="ADAL" clId="{89BEB54A-463F-4922-8F71-E15F11BB9F22}" dt="2025-05-22T08:19:45.339" v="1410" actId="20577"/>
          <ac:spMkLst>
            <pc:docMk/>
            <pc:sldMk cId="5130213" sldId="2147479466"/>
            <ac:spMk id="15" creationId="{ADA4F8D3-998D-93D0-DC70-D46A5F715D76}"/>
          </ac:spMkLst>
        </pc:spChg>
        <pc:spChg chg="mod">
          <ac:chgData name="Rawat, Dhuruv (Cognizant)" userId="5a0e579c-2fff-4ee1-ac1b-3339bc8dbd34" providerId="ADAL" clId="{89BEB54A-463F-4922-8F71-E15F11BB9F22}" dt="2025-05-22T08:19:58.606" v="1439" actId="20577"/>
          <ac:spMkLst>
            <pc:docMk/>
            <pc:sldMk cId="5130213" sldId="2147479466"/>
            <ac:spMk id="16" creationId="{D82F98B6-EF3F-3119-A9B3-0B2B18FBD24F}"/>
          </ac:spMkLst>
        </pc:spChg>
        <pc:spChg chg="mod">
          <ac:chgData name="Rawat, Dhuruv (Cognizant)" userId="5a0e579c-2fff-4ee1-ac1b-3339bc8dbd34" providerId="ADAL" clId="{89BEB54A-463F-4922-8F71-E15F11BB9F22}" dt="2025-05-22T08:21:30.273" v="1486" actId="108"/>
          <ac:spMkLst>
            <pc:docMk/>
            <pc:sldMk cId="5130213" sldId="2147479466"/>
            <ac:spMk id="17" creationId="{12C27802-B019-6BD5-BD48-20BF1AFC4E1A}"/>
          </ac:spMkLst>
        </pc:spChg>
        <pc:spChg chg="mod">
          <ac:chgData name="Rawat, Dhuruv (Cognizant)" userId="5a0e579c-2fff-4ee1-ac1b-3339bc8dbd34" providerId="ADAL" clId="{89BEB54A-463F-4922-8F71-E15F11BB9F22}" dt="2025-05-22T08:22:42.603" v="1543" actId="20577"/>
          <ac:spMkLst>
            <pc:docMk/>
            <pc:sldMk cId="5130213" sldId="2147479466"/>
            <ac:spMk id="18" creationId="{199131A1-12A8-AC7F-5186-746F5CE7E572}"/>
          </ac:spMkLst>
        </pc:spChg>
        <pc:spChg chg="mod">
          <ac:chgData name="Rawat, Dhuruv (Cognizant)" userId="5a0e579c-2fff-4ee1-ac1b-3339bc8dbd34" providerId="ADAL" clId="{89BEB54A-463F-4922-8F71-E15F11BB9F22}" dt="2025-05-22T08:27:15.654" v="1708" actId="20577"/>
          <ac:spMkLst>
            <pc:docMk/>
            <pc:sldMk cId="5130213" sldId="2147479466"/>
            <ac:spMk id="19" creationId="{C65BDE2A-AC8D-0F29-30DF-DBE64494CE37}"/>
          </ac:spMkLst>
        </pc:spChg>
        <pc:spChg chg="add del mod">
          <ac:chgData name="Rawat, Dhuruv (Cognizant)" userId="5a0e579c-2fff-4ee1-ac1b-3339bc8dbd34" providerId="ADAL" clId="{89BEB54A-463F-4922-8F71-E15F11BB9F22}" dt="2025-05-22T08:27:20.656" v="1718" actId="20577"/>
          <ac:spMkLst>
            <pc:docMk/>
            <pc:sldMk cId="5130213" sldId="2147479466"/>
            <ac:spMk id="20" creationId="{348A2D8B-228B-E40D-7E57-085A02D351F8}"/>
          </ac:spMkLst>
        </pc:spChg>
        <pc:spChg chg="del">
          <ac:chgData name="Rawat, Dhuruv (Cognizant)" userId="5a0e579c-2fff-4ee1-ac1b-3339bc8dbd34" providerId="ADAL" clId="{89BEB54A-463F-4922-8F71-E15F11BB9F22}" dt="2025-05-22T08:27:30.224" v="1719" actId="21"/>
          <ac:spMkLst>
            <pc:docMk/>
            <pc:sldMk cId="5130213" sldId="2147479466"/>
            <ac:spMk id="24" creationId="{6A2C563E-47D2-3EE3-3689-ACE567D72DD1}"/>
          </ac:spMkLst>
        </pc:spChg>
        <pc:spChg chg="del mod">
          <ac:chgData name="Rawat, Dhuruv (Cognizant)" userId="5a0e579c-2fff-4ee1-ac1b-3339bc8dbd34" providerId="ADAL" clId="{89BEB54A-463F-4922-8F71-E15F11BB9F22}" dt="2025-05-21T13:19:44.481" v="389" actId="21"/>
          <ac:spMkLst>
            <pc:docMk/>
            <pc:sldMk cId="5130213" sldId="2147479466"/>
            <ac:spMk id="26" creationId="{BAAB7147-C638-A08F-6DA8-097518D325C8}"/>
          </ac:spMkLst>
        </pc:spChg>
        <pc:picChg chg="del">
          <ac:chgData name="Rawat, Dhuruv (Cognizant)" userId="5a0e579c-2fff-4ee1-ac1b-3339bc8dbd34" providerId="ADAL" clId="{89BEB54A-463F-4922-8F71-E15F11BB9F22}" dt="2025-05-21T13:19:55.915" v="390" actId="21"/>
          <ac:picMkLst>
            <pc:docMk/>
            <pc:sldMk cId="5130213" sldId="2147479466"/>
            <ac:picMk id="25" creationId="{E9121995-4ACE-7767-3829-92CD5024CBAD}"/>
          </ac:picMkLst>
        </pc:picChg>
        <pc:picChg chg="add mod">
          <ac:chgData name="Rawat, Dhuruv (Cognizant)" userId="5a0e579c-2fff-4ee1-ac1b-3339bc8dbd34" providerId="ADAL" clId="{89BEB54A-463F-4922-8F71-E15F11BB9F22}" dt="2025-05-22T08:24:45.835" v="1603" actId="14100"/>
          <ac:picMkLst>
            <pc:docMk/>
            <pc:sldMk cId="5130213" sldId="2147479466"/>
            <ac:picMk id="27" creationId="{BA82531F-4FE9-86D2-7E5A-CB642F19BF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D31B5-1985-B64C-471E-4EF100043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6D014-6098-CF76-2801-5A0C06FD1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BA6BC-5962-FB68-CF51-E13F1A924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B0A3F-9D62-9291-0DF4-67BC4B18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C5402-A872-4D0E-EEED-70F9DC28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7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45F7-C666-D686-0C95-4DD78E32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74D2A-CF9F-FA60-CFD6-C8DBCD737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7DA39-7A74-107F-C699-C6563C20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22662-EE17-7053-B915-D2280496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2D48-7DEB-6C76-AE1C-3E36F29FA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7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2ADB-C1D8-DE6B-8026-F846A9BEF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DB2E4-9927-FFB1-4A8E-C0F8AD4B9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F653A-D252-3624-49A6-7A054704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520DB-082D-2BD9-9C27-701C4B78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D29B9-45E1-A467-F3DC-B1587BAC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04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0753-947F-F22B-095B-8E40B73E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A684-295A-056B-BDDF-375850AE3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5CA56-2DC0-33B4-AD39-4A3B71DF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367D9-A9AD-8EDB-EDB9-3A5A124E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E26E3-9712-22C1-DC18-0190916E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A6F80-34C9-98CF-EF75-5DCA7257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73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650E-93DD-5FCE-503C-4E5F5C6B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E7FB5-39E7-D5D2-0828-2D6B2F737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67171-FF0E-8174-37B4-ED55E3888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3ED33-FE1F-ECA9-F400-841E493E1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501CF-8F6F-FF62-52B2-7CAABBEDB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8E74F-EF7B-0E13-889D-ADEF96CFE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D65F9-C5A1-E9A0-4EC0-11DF3E59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28C9F0-700E-DA5A-AF97-BCC9707E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59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2E05-5D27-5509-57E4-03F0391A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749AB-BC1F-4D86-7AE2-6AD35848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5ABB1-D1FC-1B21-E3AF-9B1D9D60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98431-6265-4F4B-9C9B-20E885D4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6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761091-948F-E4B9-58A4-3874E57A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67C5E-7E3E-8362-F48F-36500F67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9AF2F-DC3D-7960-CBED-4517AB0E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1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83D3-7F21-7EA8-BAB4-98C16B63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780FE-91D9-53ED-C484-2427C1143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2D89B-974E-FA1E-64F7-1368AB889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6C712-5B7D-AE07-A7C2-0ABAD3F7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6B8E9-42C0-2242-F30C-4F8C5E28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7DD38-6BF9-417B-5FD1-0C39BD76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5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7121-4E44-28D1-A5CB-1F54287E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BE81A-7E2F-7B00-8974-5D2193E36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053A9-7258-E7EC-D907-B6960A158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58991-81F3-270A-82AA-0CC0EF8DA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AE894-8B62-5709-66BD-F5BEF94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D9084-45B9-24FF-5CD2-3106427F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2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0897-8F30-15C5-EE11-44D68FE0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F4221-34BD-4D52-8685-AA42396B6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72EAF-857B-6403-0C5C-18280D97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CB305-7030-C0FA-6DA9-0369D04F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699F-C46E-5589-4BFB-217F8B65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1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17B4C-82AD-61A5-DDBE-62622856E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144C0-BB41-5CBA-61E1-38FA46595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3BA9-1E45-4CDF-21D2-B0878050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160E9-1E6A-AFC8-24FF-E7BDB77A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CB4F9-BF8A-9257-4216-7A57E52A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38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A8EBE-6936-A08C-8532-9101CFF6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5926D-BE90-A9E7-6126-8648CE95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AF688-EA0E-C152-4E1A-EA55FCB43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3C7B9-C48C-4F27-8318-B341EB8C5308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5024-D03D-1620-FBCC-DF0BCBDFA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152A-0BED-8955-D58B-49E4C2183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BD1C7-ADF4-47E7-A801-C2585162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64117-15DA-AABA-8C3B-68A989FB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1584E-B8D1-8842-0A1A-D266CFB6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9F5EA-EAA9-6A13-9F56-51C0C03421B5}"/>
              </a:ext>
            </a:extLst>
          </p:cNvPr>
          <p:cNvSpPr/>
          <p:nvPr/>
        </p:nvSpPr>
        <p:spPr>
          <a:xfrm>
            <a:off x="0" y="0"/>
            <a:ext cx="3058561" cy="6324600"/>
          </a:xfrm>
          <a:prstGeom prst="rect">
            <a:avLst/>
          </a:prstGeom>
          <a:gradFill flip="none" rotWithShape="1">
            <a:gsLst>
              <a:gs pos="100000">
                <a:schemeClr val="accent6">
                  <a:lumMod val="75000"/>
                </a:schemeClr>
              </a:gs>
              <a:gs pos="94000">
                <a:schemeClr val="accent3"/>
              </a:gs>
              <a:gs pos="47000">
                <a:schemeClr val="tx2"/>
              </a:gs>
              <a:gs pos="69000">
                <a:schemeClr val="accent1"/>
              </a:gs>
            </a:gsLst>
            <a:lin ang="5400000" scaled="0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53E0BB7-63C3-16B1-CB33-C9B8B8E455BC}"/>
              </a:ext>
            </a:extLst>
          </p:cNvPr>
          <p:cNvSpPr txBox="1">
            <a:spLocks/>
          </p:cNvSpPr>
          <p:nvPr/>
        </p:nvSpPr>
        <p:spPr>
          <a:xfrm>
            <a:off x="3145089" y="2657178"/>
            <a:ext cx="8574087" cy="1859560"/>
          </a:xfrm>
          <a:prstGeom prst="rect">
            <a:avLst/>
          </a:prstGeom>
        </p:spPr>
        <p:txBody>
          <a:bodyPr vert="horz" wrap="square" lIns="45720" tIns="0" rIns="45720" bIns="0" rtlCol="0" anchor="t"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15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54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5895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 dirty="0">
                <a:solidFill>
                  <a:srgbClr val="000048"/>
                </a:solidFill>
                <a:latin typeface="Arial" panose="020B0604020202020204"/>
                <a:cs typeface="Calibri"/>
              </a:rPr>
              <a:t>Avon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 Project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 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 - Retail– </a:t>
            </a:r>
            <a:r>
              <a:rPr lang="en-US" sz="1050" b="1" dirty="0">
                <a:solidFill>
                  <a:srgbClr val="000048"/>
                </a:solidFill>
                <a:latin typeface="Arial" panose="020B0604020202020204"/>
                <a:cs typeface="Calibri"/>
              </a:rPr>
              <a:t> Junior.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 Developer</a:t>
            </a:r>
          </a:p>
          <a:p>
            <a:pPr marL="175895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050" b="1" dirty="0">
              <a:solidFill>
                <a:srgbClr val="000048"/>
              </a:solidFill>
              <a:latin typeface="Arial" panose="020B0604020202020204"/>
              <a:cs typeface="Calibri"/>
            </a:endParaRPr>
          </a:p>
          <a:p>
            <a:pPr marL="175895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Tools: </a:t>
            </a: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webMethods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 </a:t>
            </a: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Designer,Integration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 server, </a:t>
            </a: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Putty,WINSCP,JDBC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 Adapters, </a:t>
            </a: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Enterpriseone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 </a:t>
            </a: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Adapters,Broker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Analyzed Error emails and gave res</a:t>
            </a: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olution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as required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Supported numerous time for weekend outage activity.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Developed small enhancement as per client requirement and deployed code changes to production.</a:t>
            </a: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Developed one new interface for Gateway Orders.</a:t>
            </a: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Reprocessed EDI orders using MWS</a:t>
            </a: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Coordinated with other teams 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to resolve technical Connectivity issues.</a:t>
            </a: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Updated </a:t>
            </a: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webMethod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Flow for interfaces after analyzing the Code</a:t>
            </a:r>
          </a:p>
          <a:p>
            <a:pPr marL="347345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5895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6E46F2F-55EA-59F3-808F-80767F4091D5}"/>
              </a:ext>
            </a:extLst>
          </p:cNvPr>
          <p:cNvSpPr txBox="1">
            <a:spLocks/>
          </p:cNvSpPr>
          <p:nvPr/>
        </p:nvSpPr>
        <p:spPr>
          <a:xfrm>
            <a:off x="3145089" y="535664"/>
            <a:ext cx="8598454" cy="1311933"/>
          </a:xfrm>
          <a:prstGeom prst="rect">
            <a:avLst/>
          </a:prstGeom>
        </p:spPr>
        <p:txBody>
          <a:bodyPr vert="horz" wrap="square" lIns="45720" tIns="0" rIns="45720" bIns="0" rtlCol="0" anchor="t"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15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54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webMethods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junior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 developer with 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3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 years of experience in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webMethods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intergration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, working in sector retail.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Have anal</a:t>
            </a: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ytical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skills to identify the root causes of issues and develop efficient solutions.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Effiective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Communication skills to interact with clients, understand their issues and develop efficient solutions.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Experience with debugging and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reso</a:t>
            </a: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lving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errors in </a:t>
            </a: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webMethods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applications.</a:t>
            </a:r>
          </a:p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lt"/>
                <a:cs typeface="Arial" panose="020B0604020202020204"/>
              </a:rPr>
              <a:t>Willing to learn new technologies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, products and ability to adapt changing </a:t>
            </a:r>
            <a:r>
              <a:rPr lang="en-US" sz="1050" dirty="0" err="1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priorities,deadlines</a:t>
            </a:r>
            <a:r>
              <a:rPr lang="en-US" sz="1050" dirty="0">
                <a:solidFill>
                  <a:srgbClr val="000048"/>
                </a:solidFill>
                <a:latin typeface="Arial" panose="020B0604020202020204"/>
                <a:ea typeface="+mn-lt"/>
                <a:cs typeface="Arial" panose="020B0604020202020204"/>
              </a:rPr>
              <a:t> and requirements.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lt"/>
              <a:cs typeface="Arial" panose="020B0604020202020204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8D524C-F54B-9D6B-3C54-F6E40C06227D}"/>
              </a:ext>
            </a:extLst>
          </p:cNvPr>
          <p:cNvSpPr txBox="1">
            <a:spLocks/>
          </p:cNvSpPr>
          <p:nvPr/>
        </p:nvSpPr>
        <p:spPr>
          <a:xfrm>
            <a:off x="3166403" y="4972644"/>
            <a:ext cx="4277913" cy="557299"/>
          </a:xfrm>
          <a:prstGeom prst="rect">
            <a:avLst/>
          </a:prstGeom>
        </p:spPr>
        <p:txBody>
          <a:bodyPr vert="horz" wrap="square" lIns="45720" tIns="0" rIns="45720" bIns="0" rtlCol="0" anchor="t">
            <a:noAutofit/>
          </a:bodyPr>
          <a:lstStyle>
            <a:defPPr>
              <a:defRPr lang="en-US"/>
            </a:defPPr>
            <a:lvl1pPr marL="174625" marR="0" lvl="0" indent="-174625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000" b="1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cs typeface="Calibri"/>
              </a:defRPr>
            </a:lvl1pPr>
            <a:lvl2pPr marL="579415" indent="-230179" defTabSz="91436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/>
            </a:lvl2pPr>
            <a:lvl3pPr marL="865154" indent="-230179" defTabSz="914363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/>
            </a:lvl3pPr>
            <a:lvl4pPr marL="1600136" indent="-228591" defTabSz="91436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318" indent="-228591" defTabSz="91436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499" indent="-228591" defTabSz="9143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681" indent="-228591" defTabSz="9143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863" indent="-228591" defTabSz="9143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045" indent="-228591" defTabSz="9143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4625" marR="0" lvl="0" indent="-1746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Academics</a:t>
            </a:r>
          </a:p>
          <a:p>
            <a:pPr marL="171450" marR="0" lvl="0" indent="-171450" algn="l" defTabSz="91436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0" dirty="0" err="1"/>
              <a:t>Btech</a:t>
            </a:r>
            <a:r>
              <a:rPr lang="en-US" sz="1050" b="0" dirty="0"/>
              <a:t> – Applied Electronics and Instrumentation Engineering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51DDD-8EFF-66BB-935C-37404C7957F4}"/>
              </a:ext>
            </a:extLst>
          </p:cNvPr>
          <p:cNvSpPr txBox="1"/>
          <p:nvPr/>
        </p:nvSpPr>
        <p:spPr>
          <a:xfrm>
            <a:off x="3145089" y="2172230"/>
            <a:ext cx="2807253" cy="3016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9144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KEY PROJECTS AND ACHIEVEMENTS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271D1-8214-B02F-8EF3-62F0C19DD093}"/>
              </a:ext>
            </a:extLst>
          </p:cNvPr>
          <p:cNvSpPr txBox="1"/>
          <p:nvPr/>
        </p:nvSpPr>
        <p:spPr>
          <a:xfrm>
            <a:off x="3145088" y="4674048"/>
            <a:ext cx="2807253" cy="228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9144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QUALIFICATIONS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E0EF9E-3931-24A9-035A-6118C2ACC6FD}"/>
              </a:ext>
            </a:extLst>
          </p:cNvPr>
          <p:cNvSpPr txBox="1"/>
          <p:nvPr/>
        </p:nvSpPr>
        <p:spPr>
          <a:xfrm>
            <a:off x="3145089" y="247682"/>
            <a:ext cx="2807253" cy="228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9144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PROFILE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070A9-73E5-2BDE-81AB-B9EF4F766BAE}"/>
              </a:ext>
            </a:extLst>
          </p:cNvPr>
          <p:cNvSpPr txBox="1"/>
          <p:nvPr/>
        </p:nvSpPr>
        <p:spPr>
          <a:xfrm>
            <a:off x="803452" y="1847597"/>
            <a:ext cx="1532249" cy="23735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noProof="1">
                <a:solidFill>
                  <a:srgbClr val="FFFFFF"/>
                </a:solidFill>
                <a:latin typeface="Arial" panose="020B0604020202020204"/>
              </a:rPr>
              <a:t>Dhuruv Rawat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CB0E7-97C0-E494-4932-BE6AB0FF76D8}"/>
              </a:ext>
            </a:extLst>
          </p:cNvPr>
          <p:cNvSpPr txBox="1"/>
          <p:nvPr/>
        </p:nvSpPr>
        <p:spPr>
          <a:xfrm>
            <a:off x="472824" y="2108916"/>
            <a:ext cx="2384464" cy="36500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1">
                <a:solidFill>
                  <a:srgbClr val="FFFFFF"/>
                </a:solidFill>
                <a:latin typeface="Arial"/>
                <a:cs typeface="Arial"/>
              </a:rPr>
              <a:t>Junior webMethods</a:t>
            </a: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Developer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A1646-F0FE-01A6-8B17-D21E4F6C2901}"/>
              </a:ext>
            </a:extLst>
          </p:cNvPr>
          <p:cNvSpPr/>
          <p:nvPr/>
        </p:nvSpPr>
        <p:spPr>
          <a:xfrm>
            <a:off x="400736" y="2657178"/>
            <a:ext cx="2458563" cy="31591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noProof="1">
                <a:solidFill>
                  <a:srgbClr val="FFFFFF"/>
                </a:solidFill>
                <a:latin typeface="Arial" panose="020B0604020202020204"/>
              </a:rPr>
              <a:t>webMethods Junior Developer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A4F8D3-998D-93D0-DC70-D46A5F715D76}"/>
              </a:ext>
            </a:extLst>
          </p:cNvPr>
          <p:cNvSpPr/>
          <p:nvPr/>
        </p:nvSpPr>
        <p:spPr>
          <a:xfrm>
            <a:off x="400736" y="3043089"/>
            <a:ext cx="2458563" cy="31591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2F98B6-EF3F-3119-A9B3-0B2B18FBD24F}"/>
              </a:ext>
            </a:extLst>
          </p:cNvPr>
          <p:cNvSpPr/>
          <p:nvPr/>
        </p:nvSpPr>
        <p:spPr>
          <a:xfrm>
            <a:off x="400736" y="3429000"/>
            <a:ext cx="2458563" cy="31591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noProof="1">
                <a:solidFill>
                  <a:srgbClr val="FFFFFF"/>
                </a:solidFill>
                <a:latin typeface="Arial" panose="020B0604020202020204"/>
              </a:rPr>
              <a:t>JDBC Adapters</a:t>
            </a:r>
            <a:endParaRPr kumimoji="0" lang="en-US" sz="105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C27802-B019-6BD5-BD48-20BF1AFC4E1A}"/>
              </a:ext>
            </a:extLst>
          </p:cNvPr>
          <p:cNvSpPr/>
          <p:nvPr/>
        </p:nvSpPr>
        <p:spPr>
          <a:xfrm>
            <a:off x="438680" y="3783657"/>
            <a:ext cx="2458563" cy="31591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FFFFFF"/>
                </a:solidFill>
                <a:latin typeface="Arial" panose="020B0604020202020204"/>
              </a:rPr>
              <a:t>Broker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131A1-12A8-AC7F-5186-746F5CE7E572}"/>
              </a:ext>
            </a:extLst>
          </p:cNvPr>
          <p:cNvSpPr/>
          <p:nvPr/>
        </p:nvSpPr>
        <p:spPr>
          <a:xfrm>
            <a:off x="400736" y="4200822"/>
            <a:ext cx="2458563" cy="31591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noProof="1">
                <a:solidFill>
                  <a:srgbClr val="FFFFFF"/>
                </a:solidFill>
                <a:latin typeface="Arial" panose="020B0604020202020204"/>
              </a:rPr>
              <a:t>File Polling Ports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5BDE2A-AC8D-0F29-30DF-DBE64494CE37}"/>
              </a:ext>
            </a:extLst>
          </p:cNvPr>
          <p:cNvSpPr/>
          <p:nvPr/>
        </p:nvSpPr>
        <p:spPr>
          <a:xfrm>
            <a:off x="400736" y="4586733"/>
            <a:ext cx="2458563" cy="31591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Java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8A2D8B-228B-E40D-7E57-085A02D351F8}"/>
              </a:ext>
            </a:extLst>
          </p:cNvPr>
          <p:cNvSpPr/>
          <p:nvPr/>
        </p:nvSpPr>
        <p:spPr>
          <a:xfrm>
            <a:off x="400736" y="4972644"/>
            <a:ext cx="2458563" cy="315916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45720" tIns="45720" rIns="4572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Sql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CF7AA6D-5DBE-9A0F-89B3-78709082AAB9}"/>
              </a:ext>
            </a:extLst>
          </p:cNvPr>
          <p:cNvSpPr txBox="1">
            <a:spLocks/>
          </p:cNvSpPr>
          <p:nvPr/>
        </p:nvSpPr>
        <p:spPr>
          <a:xfrm>
            <a:off x="616592" y="5871173"/>
            <a:ext cx="2148204" cy="2092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15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54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212724C-0606-4622-2138-AF3EB2913281}"/>
              </a:ext>
            </a:extLst>
          </p:cNvPr>
          <p:cNvSpPr txBox="1">
            <a:spLocks/>
          </p:cNvSpPr>
          <p:nvPr/>
        </p:nvSpPr>
        <p:spPr>
          <a:xfrm>
            <a:off x="400736" y="5452807"/>
            <a:ext cx="1819242" cy="2092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15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54" indent="-230179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36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18" indent="-228591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3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CH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3" name="Graphic 22" descr="Envelope with solid fill">
            <a:extLst>
              <a:ext uri="{FF2B5EF4-FFF2-40B4-BE49-F238E27FC236}">
                <a16:creationId xmlns:a16="http://schemas.microsoft.com/office/drawing/2014/main" id="{D4536CE1-60C3-633C-9DC8-F227AFA83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827" y="5872933"/>
            <a:ext cx="231706" cy="2351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A82531F-4FE9-86D2-7E5A-CB642F19B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52" y="97971"/>
            <a:ext cx="1613177" cy="169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200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Malushte, Nachiket (Cognizant)</dc:creator>
  <cp:lastModifiedBy>Rawat, Dhuruv (Cognizant)</cp:lastModifiedBy>
  <cp:revision>1</cp:revision>
  <dcterms:created xsi:type="dcterms:W3CDTF">2025-05-19T06:30:02Z</dcterms:created>
  <dcterms:modified xsi:type="dcterms:W3CDTF">2025-05-22T08:53:27Z</dcterms:modified>
</cp:coreProperties>
</file>